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Curved-Head Teapot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Target: 4.0 cups (946 ml)</a:t>
            </a:r>
          </a:p>
          <a:p>
            <a:r>
              <a:t>Estimated Capacity: 946 ml</a:t>
            </a:r>
          </a:p>
          <a:p>
            <a:r>
              <a:t>Overall Height: 149.3 mm (5.88 in)</a:t>
            </a:r>
          </a:p>
          <a:p>
            <a:r>
              <a:t>Body Max Dia: 100.1 mm (3.94 in)</a:t>
            </a:r>
          </a:p>
          <a:p>
            <a:r>
              <a:t>Head Top Dia: 129.5 mm (5.10 in)</a:t>
            </a:r>
          </a:p>
          <a:p>
            <a:r>
              <a:t>Material Baseline: Stainless Steel 304 + nylon handle + silicone gasket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8412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t>Design Notes</a:t>
            </a:r>
          </a:p>
          <a:p>
            <a:pPr/>
            <a:r>
              <a:t>- Images indicate a multi-part stainless vessel with a separate curved upper head.</a:t>
            </a:r>
          </a:p>
          <a:p>
            <a:pPr/>
            <a:r>
              <a:t>- Material suggestions are generated from reflectivity, color distribution, and repeated part visibility.</a:t>
            </a:r>
          </a:p>
          <a:p>
            <a:pPr/>
            <a:r>
              <a:t>- For stainless manufacturing, 304 is selected as baseline; 316L remains optional for higher corrosion resistance.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Material Suggestions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4124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757645">
                <a:tc>
                  <a:txBody>
                    <a:bodyPr/>
                    <a:lstStyle/>
                    <a:p>
                      <a:r>
                        <a:t>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Selected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Recommended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Confidence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r>
                        <a:t>Lower vessel body 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Stainless Steel 304 (0.9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Stainless Steel 304 (0.9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Deep-draw + spin forming friendly and food safe.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r>
                        <a:t>Curved upper head / funnel 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Stainless Steel 304 (0.9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Stainless Steel 304 (0.9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Spin form and trim rolled lip for curved head profile.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r>
                        <a:t>External handle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Glass-filled Nylon 66, heat-resistant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Glass-filled Nylon 66, heat-resistant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Thermal isolation from vessel body.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r>
                        <a:t>Center insert / filter collar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Stainless Steel 304 + 80 mesh 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Stainless Steel 304 + 80 mesh 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Keeps tea leaves from pouring path.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r>
                        <a:t>Sealing ring / gasket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Food-grade Silicone (Shore A 50-60)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Food-grade Silicone (Shore A 50-60)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Compensates tolerance stack and seals head/body interface.</a:t>
                      </a:r>
                    </a:p>
                  </a:txBody>
                  <a:tcPr/>
                </a:tc>
              </a:tr>
              <a:tr h="757650">
                <a:tc>
                  <a:txBody>
                    <a:bodyPr/>
                    <a:lstStyle/>
                    <a:p>
                      <a:r>
                        <a:t>Bottom cap / base 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Stainless Steel 304 (1.0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Stainless Steel 304 (1.0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Reinforces base and protects seam edge.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Manufacturing Bill of Materials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14400"/>
          <a:ext cx="859536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770708">
                <a:tc>
                  <a:txBody>
                    <a:bodyPr/>
                    <a:lstStyle/>
                    <a:p>
                      <a:r>
                        <a:t>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Thk (mm)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Mass (g)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r>
                        <a:t>Lower vessel body 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Stainless Steel 304 (0.9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Deep draw + neck reduction + brushing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198.5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r>
                        <a:t>Curved upper head / funnel 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Stainless Steel 304 (0.9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Spin forming + lip trim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96.1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r>
                        <a:t>Center insert / filter collar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Stainless Steel 304 + 80 mesh 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Stamp + draw + mesh spot weld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22.1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r>
                        <a:t>External handle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Glass-filled Nylon 66, heat-resistant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Injection mold + fastener insert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21.5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r>
                        <a:t>Sealing ring / gasket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Food-grade Silicone (Shore A 50-60)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Compression mold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1.4</a:t>
                      </a:r>
                    </a:p>
                  </a:txBody>
                  <a:tcPr/>
                </a:tc>
              </a:tr>
              <a:tr h="770712">
                <a:tc>
                  <a:txBody>
                    <a:bodyPr/>
                    <a:lstStyle/>
                    <a:p>
                      <a:r>
                        <a:t>Bottom cap / base 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Stainless Steel 304 (1.0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Stamp + trim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35.8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